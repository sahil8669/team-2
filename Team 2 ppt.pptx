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lexandria" panose="020B0604020202020204" charset="-78"/>
      <p:regular r:id="rId15"/>
    </p:embeddedFont>
    <p:embeddedFont>
      <p:font typeface="Alexandria Bold" panose="020B0604020202020204" charset="-78"/>
      <p:regular r:id="rId16"/>
    </p:embeddedFont>
    <p:embeddedFont>
      <p:font typeface="Garet" panose="020B0604020202020204" charset="0"/>
      <p:regular r:id="rId17"/>
    </p:embeddedFont>
    <p:embeddedFont>
      <p:font typeface="Gare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U CHOUDHARY" userId="7daa5c601abac568" providerId="LiveId" clId="{BA323C2F-CEBF-4FDB-A5DD-91345EC14BDA}"/>
    <pc:docChg chg="modSld">
      <pc:chgData name="SONU CHOUDHARY" userId="7daa5c601abac568" providerId="LiveId" clId="{BA323C2F-CEBF-4FDB-A5DD-91345EC14BDA}" dt="2026-01-02T14:41:02.436" v="9" actId="20577"/>
      <pc:docMkLst>
        <pc:docMk/>
      </pc:docMkLst>
      <pc:sldChg chg="modSp mod">
        <pc:chgData name="SONU CHOUDHARY" userId="7daa5c601abac568" providerId="LiveId" clId="{BA323C2F-CEBF-4FDB-A5DD-91345EC14BDA}" dt="2026-01-02T14:41:02.436" v="9" actId="20577"/>
        <pc:sldMkLst>
          <pc:docMk/>
          <pc:sldMk cId="0" sldId="256"/>
        </pc:sldMkLst>
        <pc:spChg chg="mod">
          <ac:chgData name="SONU CHOUDHARY" userId="7daa5c601abac568" providerId="LiveId" clId="{BA323C2F-CEBF-4FDB-A5DD-91345EC14BDA}" dt="2026-01-02T14:41:02.436" v="9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68325" y="2081430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AIR AWARE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62982" y="4156792"/>
            <a:ext cx="10162036" cy="1562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Smart Air Quality Prediction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3509" y="6184327"/>
            <a:ext cx="3668382" cy="3661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0"/>
              </a:lnSpc>
            </a:pPr>
            <a:r>
              <a:rPr lang="en-US" sz="333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Team Members</a:t>
            </a:r>
          </a:p>
          <a:p>
            <a:pPr algn="ctr">
              <a:lnSpc>
                <a:spcPts val="3970"/>
              </a:lnSpc>
            </a:pPr>
            <a:r>
              <a:rPr lang="en-US" sz="283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K. Likitha</a:t>
            </a:r>
          </a:p>
          <a:p>
            <a:pPr algn="ctr">
              <a:lnSpc>
                <a:spcPts val="3970"/>
              </a:lnSpc>
            </a:pPr>
            <a:r>
              <a:rPr lang="en-US" sz="2836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S.Sneha</a:t>
            </a:r>
            <a:endParaRPr lang="en-US" sz="2836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3970"/>
              </a:lnSpc>
            </a:pPr>
            <a:r>
              <a:rPr lang="en-US" sz="283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Sahil Choudhary</a:t>
            </a:r>
          </a:p>
          <a:p>
            <a:pPr algn="ctr">
              <a:lnSpc>
                <a:spcPts val="3970"/>
              </a:lnSpc>
            </a:pPr>
            <a:r>
              <a:rPr lang="en-US" sz="2836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Raunit Singh</a:t>
            </a:r>
          </a:p>
          <a:p>
            <a:pPr algn="ctr">
              <a:lnSpc>
                <a:spcPts val="3970"/>
              </a:lnSpc>
            </a:pPr>
            <a:r>
              <a:rPr lang="en-US" sz="2836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Faariha</a:t>
            </a:r>
            <a:endParaRPr lang="en-US" sz="2836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3970"/>
              </a:lnSpc>
              <a:spcBef>
                <a:spcPct val="0"/>
              </a:spcBef>
            </a:pPr>
            <a:endParaRPr lang="en-US" sz="2836" b="1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17372" y="1759123"/>
            <a:ext cx="12717885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PROBLEM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7372" y="3597687"/>
            <a:ext cx="14232671" cy="554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 pollution levels are increasing rapidly.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People are unaware of current AQI and health impacts.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Existing platforms are complex and not user-friendly.</a:t>
            </a:r>
          </a:p>
          <a:p>
            <a:pPr algn="l">
              <a:lnSpc>
                <a:spcPts val="4908"/>
              </a:lnSpc>
            </a:pPr>
            <a:r>
              <a:rPr lang="en-US" sz="3505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PROPOSED SOLUTION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AirAware provides a simple, clean web dashboard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Shows real-time AQI values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Uses Machine Learning for AQI prediction</a:t>
            </a:r>
          </a:p>
          <a:p>
            <a:pPr algn="l">
              <a:lnSpc>
                <a:spcPts val="4908"/>
              </a:lnSpc>
            </a:pPr>
            <a:r>
              <a:rPr lang="en-US" sz="3505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Offers health advice and reports</a:t>
            </a:r>
          </a:p>
          <a:p>
            <a:pPr algn="ctr">
              <a:lnSpc>
                <a:spcPts val="4908"/>
              </a:lnSpc>
              <a:spcBef>
                <a:spcPct val="0"/>
              </a:spcBef>
            </a:pPr>
            <a:endParaRPr lang="en-US" sz="3505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71685" y="3939975"/>
            <a:ext cx="11400286" cy="230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 pollution is increasing across major cities, affecting health and daily decisions.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People lack simple tools to check potential air quality.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318114" y="2214108"/>
            <a:ext cx="12717885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16029" y="4231006"/>
            <a:ext cx="1204169" cy="108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1.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71685" y="6345556"/>
            <a:ext cx="11400286" cy="114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AirAware solves this by predicting AQI using ML and providing clear visual insights.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16029" y="6288406"/>
            <a:ext cx="1204169" cy="108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2.</a:t>
            </a:r>
          </a:p>
        </p:txBody>
      </p:sp>
      <p:sp>
        <p:nvSpPr>
          <p:cNvPr id="8" name="Freeform 8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1986641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38753" y="3670284"/>
            <a:ext cx="11094696" cy="579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Clean &amp; user-friendly UI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Real-time AQI values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Machine Learning based AQI prediction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AI-powered Chatbot (Air Quality Assistant)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Health advisory suggestions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Downloadable AQI reports (PDF)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Dark &amp; Light mode toggle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feedback system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Responsive dashboard for all devices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41438" y="2271870"/>
            <a:ext cx="12717885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FRONTEND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10861" y="3821502"/>
            <a:ext cx="10596061" cy="512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Frontend Technologies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HTML5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CSS3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JavaScript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Google Material Icons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Chart.js (for graphs &amp; visualizations)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Purpose: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Design clean UI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Display AQI cards, charts &amp; dashboard</a:t>
            </a:r>
          </a:p>
          <a:p>
            <a:pPr marL="623826" lvl="1" indent="-311913" algn="l">
              <a:lnSpc>
                <a:spcPts val="4045"/>
              </a:lnSpc>
              <a:buFont typeface="Arial"/>
              <a:buChar char="•"/>
            </a:pPr>
            <a:r>
              <a:rPr lang="en-US" sz="288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Improve user experience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8806" y="1809296"/>
            <a:ext cx="17750388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BACKEND WORK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27908" y="3464404"/>
            <a:ext cx="9835235" cy="579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 Technologies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Python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Flask Framework</a:t>
            </a:r>
          </a:p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 Responsibilities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Handle API requests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Connect frontend with ML model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Fetch real-time pollution data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Generate AQI predictions</a:t>
            </a:r>
          </a:p>
          <a:p>
            <a:pPr marL="705747" lvl="1" indent="-352873" algn="l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Provide JSON responses to UI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434022" y="954318"/>
            <a:ext cx="18402580" cy="122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8"/>
              </a:lnSpc>
            </a:pPr>
            <a:r>
              <a:rPr lang="en-US" sz="70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DATABASE &amp; MACHINE LEARNING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78660" y="2278932"/>
            <a:ext cx="9577215" cy="70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Database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MySQL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Stores:</a:t>
            </a:r>
          </a:p>
          <a:p>
            <a:pPr marL="1315448" lvl="2" indent="-438483" algn="l">
              <a:lnSpc>
                <a:spcPts val="4264"/>
              </a:lnSpc>
              <a:buFont typeface="Arial"/>
              <a:buChar char="⚬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login details</a:t>
            </a:r>
          </a:p>
          <a:p>
            <a:pPr marL="1315448" lvl="2" indent="-438483" algn="l">
              <a:lnSpc>
                <a:spcPts val="4264"/>
              </a:lnSpc>
              <a:buFont typeface="Arial"/>
              <a:buChar char="⚬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Feedback data</a:t>
            </a:r>
          </a:p>
          <a:p>
            <a:pPr marL="1315448" lvl="2" indent="-438483" algn="l">
              <a:lnSpc>
                <a:spcPts val="4264"/>
              </a:lnSpc>
              <a:buFont typeface="Arial"/>
              <a:buChar char="⚬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AQI records</a:t>
            </a:r>
          </a:p>
          <a:p>
            <a:pPr algn="l">
              <a:lnSpc>
                <a:spcPts val="4264"/>
              </a:lnSpc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Machine Learning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Linear Regression model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Used for AQI prediction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Trained on historical AQI dataset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Inputs: PM2.5, CO, NO₂</a:t>
            </a:r>
          </a:p>
          <a:p>
            <a:pPr marL="657724" lvl="1" indent="-328862" algn="l">
              <a:lnSpc>
                <a:spcPts val="4264"/>
              </a:lnSpc>
              <a:buFont typeface="Arial"/>
              <a:buChar char="•"/>
            </a:pPr>
            <a:r>
              <a:rPr lang="en-US" sz="304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Output: AQI value</a:t>
            </a:r>
          </a:p>
          <a:p>
            <a:pPr algn="l">
              <a:lnSpc>
                <a:spcPts val="4264"/>
              </a:lnSpc>
            </a:pPr>
            <a:endParaRPr lang="en-US" sz="3046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16321" y="1713144"/>
            <a:ext cx="14891026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77345" y="3642754"/>
            <a:ext cx="10276484" cy="5212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Workflow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interacts with frontend dashboard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Request sent to Flask backend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 fetches real-time pollution data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ML model predicts AQI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 sent back as JSON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Charts &amp; AQI cards update dynamically</a:t>
            </a:r>
          </a:p>
          <a:p>
            <a:pPr marL="705747" lvl="1" indent="-352873" algn="l">
              <a:lnSpc>
                <a:spcPts val="4576"/>
              </a:lnSpc>
              <a:buAutoNum type="arabicPeriod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Reports can be downloaded as PDF</a:t>
            </a:r>
          </a:p>
          <a:p>
            <a:pPr algn="l">
              <a:lnSpc>
                <a:spcPts val="4576"/>
              </a:lnSpc>
            </a:pPr>
            <a:endParaRPr lang="en-US" sz="3268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606946" y="0"/>
            <a:ext cx="14962909" cy="9258300"/>
          </a:xfrm>
          <a:custGeom>
            <a:avLst/>
            <a:gdLst/>
            <a:ahLst/>
            <a:cxnLst/>
            <a:rect l="l" t="t" r="r" b="b"/>
            <a:pathLst>
              <a:path w="14962909" h="9258300">
                <a:moveTo>
                  <a:pt x="0" y="0"/>
                </a:moveTo>
                <a:lnTo>
                  <a:pt x="14962909" y="0"/>
                </a:lnTo>
                <a:lnTo>
                  <a:pt x="14962909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22471" y="243465"/>
            <a:ext cx="13243057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TEAM CONTRIBUTIONS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41415" y="2163539"/>
            <a:ext cx="9775995" cy="745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4"/>
              </a:lnSpc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Team Member Contributions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Sahil &amp; Faariha: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Complete backend development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API handling &amp; ML integration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Likitha: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Frontend UI design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Dashboard layout &amp; responsiveness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Raunath Singh: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MySQL database queries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Basic ML model preparation</a:t>
            </a:r>
          </a:p>
          <a:p>
            <a:pPr marL="605193" lvl="1" indent="-302597" algn="l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Sneha: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 Chatbot integration</a:t>
            </a:r>
          </a:p>
          <a:p>
            <a:pPr marL="1210387" lvl="2" indent="-403462" algn="l">
              <a:lnSpc>
                <a:spcPts val="3924"/>
              </a:lnSpc>
              <a:buFont typeface="Arial"/>
              <a:buChar char="⚬"/>
            </a:pPr>
            <a:r>
              <a:rPr lang="en-US" sz="2803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Chatbot logic using GPT-4o mini</a:t>
            </a:r>
          </a:p>
          <a:p>
            <a:pPr algn="l">
              <a:lnSpc>
                <a:spcPts val="3924"/>
              </a:lnSpc>
            </a:pPr>
            <a:endParaRPr lang="en-US" sz="2803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924"/>
              </a:lnSpc>
              <a:spcBef>
                <a:spcPct val="0"/>
              </a:spcBef>
            </a:pPr>
            <a:endParaRPr lang="en-US" sz="2803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22471" y="243465"/>
            <a:ext cx="13243057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EXTRA FEATURES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41415" y="2163539"/>
            <a:ext cx="10378969" cy="527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Session-based login system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Dark / Light theme toggle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Multi-language support (i18n using Flask session)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CSV file import/export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Download: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All AQI data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City-wise AQI data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 Chatbot using GPT-4o mini</a:t>
            </a:r>
          </a:p>
          <a:p>
            <a:pPr marL="642521" lvl="1" indent="-321261" algn="l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Fully responsive dashboard UI</a:t>
            </a:r>
          </a:p>
          <a:p>
            <a:pPr algn="l">
              <a:lnSpc>
                <a:spcPts val="4166"/>
              </a:lnSpc>
              <a:spcBef>
                <a:spcPct val="0"/>
              </a:spcBef>
            </a:pPr>
            <a:endParaRPr lang="en-US" sz="2976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256766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43857" y="4097138"/>
            <a:ext cx="11823550" cy="419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6"/>
              </a:lnSpc>
            </a:pPr>
            <a:endParaRPr/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AirAware provides a smart and reliable AQI monitoring system</a:t>
            </a:r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Combines UI, ML, real-time data &amp; AI chatbot</a:t>
            </a:r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Helps users understand air pollution easily</a:t>
            </a:r>
          </a:p>
          <a:p>
            <a:pPr marL="731949" lvl="1" indent="-365975" algn="l">
              <a:lnSpc>
                <a:spcPts val="4746"/>
              </a:lnSpc>
              <a:buFont typeface="Arial"/>
              <a:buChar char="•"/>
            </a:pPr>
            <a:r>
              <a:rPr lang="en-US" sz="339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Improves public awareness and health safety</a:t>
            </a:r>
          </a:p>
          <a:p>
            <a:pPr algn="l">
              <a:lnSpc>
                <a:spcPts val="4746"/>
              </a:lnSpc>
              <a:spcBef>
                <a:spcPct val="0"/>
              </a:spcBef>
            </a:pPr>
            <a:endParaRPr lang="en-US" sz="339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Microsoft Office PowerPoint</Application>
  <PresentationFormat>Custom</PresentationFormat>
  <Paragraphs>119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Garet</vt:lpstr>
      <vt:lpstr>Arial</vt:lpstr>
      <vt:lpstr>Alexandria Bold</vt:lpstr>
      <vt:lpstr>Garet Bold</vt:lpstr>
      <vt:lpstr>Alexandria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cp:lastModifiedBy>SONU CHOUDHARY</cp:lastModifiedBy>
  <cp:revision>1</cp:revision>
  <dcterms:created xsi:type="dcterms:W3CDTF">2006-08-16T00:00:00Z</dcterms:created>
  <dcterms:modified xsi:type="dcterms:W3CDTF">2026-01-02T14:41:06Z</dcterms:modified>
  <dc:identifier>DAG6ntULTI0</dc:identifier>
</cp:coreProperties>
</file>